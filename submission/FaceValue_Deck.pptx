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4167" y="914400"/>
            <a:ext cx="2435666" cy="2468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FANS.   REAL TICKETS.   FACE VALUE.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 TECH WEEK   ·   PoC FEST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 out in 30 seconds.</a:t>
            </a:r>
            <a:endParaRPr lang="en-US" sz="2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resold to real fans for 20× the price.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292608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000000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154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822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VALUE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703320" y="2926080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663440" y="278892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30632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$1,200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66344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SCALPER CHARGES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KEEPS HAPPENING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Illegal. Unsolved. Everywhere.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$10B+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ticket market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91840" y="21488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7,000%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291840" y="30632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markups scalpers charge fans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0" y="21488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5B/mo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035040" y="30632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attempts blocked — they still get 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defense checks accounts — not people. And accounts are free to fake.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real human = one ticket.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FaceValue doesn't fight bots. We make every buyer prove they're one real person — so buying in bulk through fake accounts becomes impossible.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1031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checks before any ticket clears.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600200" cy="150876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194560"/>
            <a:ext cx="1453896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BUYER'S AGENT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for one fan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40280" y="2103120"/>
            <a:ext cx="365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606040" y="2103120"/>
            <a:ext cx="1828800" cy="150876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9192" y="2194560"/>
            <a:ext cx="1682496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VALIRON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one real human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6280" y="2103120"/>
            <a:ext cx="365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892040" y="2103120"/>
            <a:ext cx="1828800" cy="150876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2194560"/>
            <a:ext cx="1682496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FACEVALUE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ticket · face value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12280" y="2103120"/>
            <a:ext cx="365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178040" y="2103120"/>
            <a:ext cx="1508760" cy="150876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5875">
            <a:solidFill>
              <a:srgbClr val="5A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51192" y="2194560"/>
            <a:ext cx="1362456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to identity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live by Valiron's agent-identity API. Every ticket is bound to a real person — so it can't be resold.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scalpers.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tickets → 5 real fans. Every fake identity blocked by Valiron.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AN AGENT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gets one verified agent. No one can fake fifty.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rgbClr val="000000"/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6700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5420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33375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proven human, one ticket. Scalpers can't spin up an army of accounts anymore.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2514600"/>
            <a:ext cx="640080" cy="640080"/>
          </a:xfrm>
          <a:prstGeom prst="ellipse">
            <a:avLst/>
          </a:prstGeom>
          <a:solidFill>
            <a:srgbClr val="000000"/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670048"/>
            <a:ext cx="292608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25420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EFFORTLESS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754880" y="33375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agent watches your artists' drops and claims your one ticket the moment they open — no camping, no queue.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Venues opt in. Scalpers opt out.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640080" cy="640080"/>
          </a:xfrm>
          <a:prstGeom prst="ellipse">
            <a:avLst/>
          </a:prstGeom>
          <a:solidFill>
            <a:srgbClr val="000000"/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17627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788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Kills scalping on their tickets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291840" y="2011680"/>
            <a:ext cx="640080" cy="640080"/>
          </a:xfrm>
          <a:prstGeom prst="ellipse">
            <a:avLst/>
          </a:prstGeom>
          <a:solidFill>
            <a:srgbClr val="000000"/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217627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91840" y="2788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 real, verified fans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035040" y="2011680"/>
            <a:ext cx="640080" cy="640080"/>
          </a:xfrm>
          <a:prstGeom prst="ellipse">
            <a:avLst/>
          </a:prstGeom>
          <a:solidFill>
            <a:srgbClr val="000000"/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176272"/>
            <a:ext cx="310896" cy="310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35040" y="2788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real demand before they go live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548640" y="3886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a per-event fee or a small share of primary, face-value sales — never resale.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venues already signing up to pilot      ·   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Valiron's agent-identity infrastructure.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0111" y="777240"/>
            <a:ext cx="1623778" cy="1645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697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with us. Integrate Valiron.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FANS.   REAL TICKETS.   FACE VALUE.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facevalue.store   ·   aldohidalgo0319@gmail.com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FaceValue</dc:title>
  <dc:subject>PptxGenJS Presentation</dc:subject>
  <dc:creator>FaceValue</dc:creator>
  <cp:lastModifiedBy>FaceValue</cp:lastModifiedBy>
  <cp:revision>1</cp:revision>
  <dcterms:created xsi:type="dcterms:W3CDTF">2026-06-01T08:01:53Z</dcterms:created>
  <dcterms:modified xsi:type="dcterms:W3CDTF">2026-06-01T08:01:53Z</dcterms:modified>
</cp:coreProperties>
</file>